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Lior's extra service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all four services: Notion, Jira, GitHub and Slack.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013200"/>
            <a:ext cx="10972800" cy="1397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42418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4724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3 new items in the right format and rebuilt index.json.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21 results from all four services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DF6EE-0D7B-031E-9A86-7347311C2BA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Lior's services</a:t>
            </a:r>
          </a:p>
        </p:txBody>
      </p:sp>
      <p:sp>
        <p:nvSpPr>
          <p:cNvPr id="3" name="Original placeholder 3"/>
          <p:cNvSpPr/>
          <p:nvPr/>
        </p:nvSpPr>
        <p:spPr>
          <a:xfrm>
            <a:off x="609600" y="1193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GitHub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4" name="Dashboard screenshot 4" descr="Dashboard showing GitHub issue #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0" y="1193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Arrow 5"/>
          <p:cNvSpPr/>
          <p:nvPr/>
        </p:nvSpPr>
        <p:spPr>
          <a:xfrm>
            <a:off x="5867400" y="2109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Caption 6"/>
          <p:cNvSpPr txBox="1"/>
          <p:nvPr/>
        </p:nvSpPr>
        <p:spPr>
          <a:xfrm>
            <a:off x="60960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in GitHub</a:t>
            </a:r>
          </a:p>
        </p:txBody>
      </p:sp>
      <p:sp>
        <p:nvSpPr>
          <p:cNvPr id="7" name="Caption 7"/>
          <p:cNvSpPr txBox="1"/>
          <p:nvPr/>
        </p:nvSpPr>
        <p:spPr>
          <a:xfrm>
            <a:off x="682752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opened in the dashboard</a:t>
            </a:r>
          </a:p>
        </p:txBody>
      </p:sp>
      <p:sp>
        <p:nvSpPr>
          <p:cNvPr id="8" name="Original placeholder 8"/>
          <p:cNvSpPr/>
          <p:nvPr/>
        </p:nvSpPr>
        <p:spPr>
          <a:xfrm>
            <a:off x="609600" y="3860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Slack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9" name="Dashboard screenshot 9" descr="Dashboard showing the Slack channel #all-ai-assisted-yu for Oct 15,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520" y="3860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10" name="Arrow 10"/>
          <p:cNvSpPr/>
          <p:nvPr/>
        </p:nvSpPr>
        <p:spPr>
          <a:xfrm>
            <a:off x="5867400" y="4776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1" name="Caption 11"/>
          <p:cNvSpPr txBox="1"/>
          <p:nvPr/>
        </p:nvSpPr>
        <p:spPr>
          <a:xfrm>
            <a:off x="60960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in Slack</a:t>
            </a:r>
          </a:p>
        </p:txBody>
      </p:sp>
      <p:sp>
        <p:nvSpPr>
          <p:cNvPr id="12" name="Caption 12"/>
          <p:cNvSpPr txBox="1"/>
          <p:nvPr/>
        </p:nvSpPr>
        <p:spPr>
          <a:xfrm>
            <a:off x="682752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opened in the dashboard</a:t>
            </a:r>
          </a:p>
        </p:txBody>
      </p:sp>
    </p:spTree>
    <p:extLst>
      <p:ext uri="{BB962C8B-B14F-4D97-AF65-F5344CB8AC3E}">
        <p14:creationId xmlns:p14="http://schemas.microsoft.com/office/powerpoint/2010/main" val="395944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MCP connection, issue export, download-github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(extra service): MCP connection, channel export, download-slack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added to .mcp.json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Dashboard: GitHub and Slack integration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Custom</PresentationFormat>
  <Paragraphs>125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Gabi Slepoy [student]</cp:lastModifiedBy>
  <cp:revision>1</cp:revision>
  <dcterms:created xsi:type="dcterms:W3CDTF">2026-10-15T02:43:32Z</dcterms:created>
  <dcterms:modified xsi:type="dcterms:W3CDTF">2026-10-15T02:43:32Z</dcterms:modified>
</cp:coreProperties>
</file>