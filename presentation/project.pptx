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8" r:id="rId8"/>
    <p:sldId id="261" r:id="rId9"/>
    <p:sldId id="262" r:id="rId10"/>
    <p:sldId id="263" r:id="rId11"/>
    <p:sldId id="264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Slack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all four services: Notion, Jira, GitHub and Slack.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GitHub: original issue and local copy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in GitHub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C7868939-279A-2245-E905-98A2672BEC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042052"/>
            <a:ext cx="5486400" cy="2646896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11" name="Picture 5">
            <a:extLst>
              <a:ext uri="{FF2B5EF4-FFF2-40B4-BE49-F238E27FC236}">
                <a16:creationId xmlns:a16="http://schemas.microsoft.com/office/drawing/2014/main" id="{5BAC7C99-AFEC-52D0-E5F3-751EE7627F2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2118591"/>
            <a:ext cx="5486400" cy="249381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</p:spTree>
    <p:extLst>
      <p:ext uri="{BB962C8B-B14F-4D97-AF65-F5344CB8AC3E}">
        <p14:creationId xmlns:p14="http://schemas.microsoft.com/office/powerpoint/2010/main" val="1246806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Slack: original channel and local copy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in Slack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32A1295F-0022-DBFE-CDDD-88781A9CB11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187580"/>
            <a:ext cx="5486400" cy="235584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11" name="Picture 5">
            <a:extLst>
              <a:ext uri="{FF2B5EF4-FFF2-40B4-BE49-F238E27FC236}">
                <a16:creationId xmlns:a16="http://schemas.microsoft.com/office/drawing/2014/main" id="{2958E9A7-3F41-C116-C895-CFE0BBBA00E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2118591"/>
            <a:ext cx="5486400" cy="249381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</p:spTree>
    <p:extLst>
      <p:ext uri="{BB962C8B-B14F-4D97-AF65-F5344CB8AC3E}">
        <p14:creationId xmlns:p14="http://schemas.microsoft.com/office/powerpoint/2010/main" val="2240579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013200"/>
            <a:ext cx="10972800" cy="1397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42418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4724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3 new items in the right format and rebuilt index.json.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21 results from all four services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MCP connection, issue export, download-github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(extra service): MCP connection, channel export, download-slack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added to .mcp.json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Dashboard: GitHub and Slack integration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685</Words>
  <Application>Microsoft Office PowerPoint</Application>
  <PresentationFormat>Widescreen</PresentationFormat>
  <Paragraphs>125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Lior Bongart</cp:lastModifiedBy>
  <cp:revision>2</cp:revision>
  <dcterms:created xsi:type="dcterms:W3CDTF">2026-10-15T02:43:32Z</dcterms:created>
  <dcterms:modified xsi:type="dcterms:W3CDTF">2026-10-15T22:47:16Z</dcterms:modified>
</cp:coreProperties>
</file>