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63" r:id="rId11"/>
    <p:sldId id="264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Slack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all four services: Notion, Jira, GitHub and Slack.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GitHub: original issue and local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C7868939-279A-2245-E905-98A2672BEC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042052"/>
            <a:ext cx="5486400" cy="2646896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11" name="Picture 5">
            <a:extLst>
              <a:ext uri="{FF2B5EF4-FFF2-40B4-BE49-F238E27FC236}">
                <a16:creationId xmlns:a16="http://schemas.microsoft.com/office/drawing/2014/main" id="{5BAC7C99-AFEC-52D0-E5F3-751EE7627F2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2118591"/>
            <a:ext cx="5486400" cy="249381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</p:spTree>
    <p:extLst>
      <p:ext uri="{BB962C8B-B14F-4D97-AF65-F5344CB8AC3E}">
        <p14:creationId xmlns:p14="http://schemas.microsoft.com/office/powerpoint/2010/main" val="1246806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Slack: original channel and local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32A1295F-0022-DBFE-CDDD-88781A9CB11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87580"/>
            <a:ext cx="5486400" cy="235584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11" name="Picture 5">
            <a:extLst>
              <a:ext uri="{FF2B5EF4-FFF2-40B4-BE49-F238E27FC236}">
                <a16:creationId xmlns:a16="http://schemas.microsoft.com/office/drawing/2014/main" id="{2958E9A7-3F41-C116-C895-CFE0BBBA00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2118591"/>
            <a:ext cx="5486400" cy="249381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</p:spTree>
    <p:extLst>
      <p:ext uri="{BB962C8B-B14F-4D97-AF65-F5344CB8AC3E}">
        <p14:creationId xmlns:p14="http://schemas.microsoft.com/office/powerpoint/2010/main" val="224057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19200"/>
            <a:ext cx="5334000" cy="16764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3716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18034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184400"/>
            <a:ext cx="4826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4638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19200"/>
            <a:ext cx="5334000" cy="16764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3716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18034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184400"/>
            <a:ext cx="4826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4638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978400"/>
            <a:ext cx="10972800" cy="12192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51562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5613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new items in the right format and rebuilt index.json.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64798BC-60A8-2A6B-3762-8791AF042940}"/>
              </a:ext>
            </a:extLst>
          </p:cNvPr>
          <p:cNvSpPr/>
          <p:nvPr/>
        </p:nvSpPr>
        <p:spPr>
          <a:xfrm>
            <a:off x="609600" y="3073400"/>
            <a:ext cx="5334000" cy="16764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58A80F-B1CB-375A-EF4F-EC514EC71FD5}"/>
              </a:ext>
            </a:extLst>
          </p:cNvPr>
          <p:cNvSpPr txBox="1"/>
          <p:nvPr/>
        </p:nvSpPr>
        <p:spPr>
          <a:xfrm>
            <a:off x="863600" y="3225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download-github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E1D3B9-E5EC-F844-5320-75E68D4C6ABE}"/>
              </a:ext>
            </a:extLst>
          </p:cNvPr>
          <p:cNvSpPr txBox="1"/>
          <p:nvPr/>
        </p:nvSpPr>
        <p:spPr>
          <a:xfrm>
            <a:off x="863600" y="36576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GitHub issues to dataExports/github/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B29EDE-604E-6000-38E1-D76ABF9CD756}"/>
              </a:ext>
            </a:extLst>
          </p:cNvPr>
          <p:cNvSpPr txBox="1"/>
          <p:nvPr/>
        </p:nvSpPr>
        <p:spPr>
          <a:xfrm>
            <a:off x="863600" y="4038600"/>
            <a:ext cx="4826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B64BA7-C785-CC93-9591-FB4C6F5E4B53}"/>
              </a:ext>
            </a:extLst>
          </p:cNvPr>
          <p:cNvSpPr txBox="1"/>
          <p:nvPr/>
        </p:nvSpPr>
        <p:spPr>
          <a:xfrm>
            <a:off x="863600" y="43180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issues in mcp-services-dashboard”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71CC0F-AD4C-4531-2200-7E624FCA8D8B}"/>
              </a:ext>
            </a:extLst>
          </p:cNvPr>
          <p:cNvSpPr/>
          <p:nvPr/>
        </p:nvSpPr>
        <p:spPr>
          <a:xfrm>
            <a:off x="6248400" y="3073400"/>
            <a:ext cx="5334000" cy="16764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9EA557-57E5-6F24-C6B5-BED5DB1C3E87}"/>
              </a:ext>
            </a:extLst>
          </p:cNvPr>
          <p:cNvSpPr txBox="1"/>
          <p:nvPr/>
        </p:nvSpPr>
        <p:spPr>
          <a:xfrm>
            <a:off x="6502400" y="3225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download-slack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2DB654-5D56-9D12-1135-62B07599BE61}"/>
              </a:ext>
            </a:extLst>
          </p:cNvPr>
          <p:cNvSpPr txBox="1"/>
          <p:nvPr/>
        </p:nvSpPr>
        <p:spPr>
          <a:xfrm>
            <a:off x="6502400" y="36576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Slack messages to dataExports/slack/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5002A0-1DE7-2ED6-F903-F8262E05153B}"/>
              </a:ext>
            </a:extLst>
          </p:cNvPr>
          <p:cNvSpPr txBox="1"/>
          <p:nvPr/>
        </p:nvSpPr>
        <p:spPr>
          <a:xfrm>
            <a:off x="6502400" y="4038600"/>
            <a:ext cx="4826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38AF4F-5D23-8672-76A7-BA03B10241E4}"/>
              </a:ext>
            </a:extLst>
          </p:cNvPr>
          <p:cNvSpPr txBox="1"/>
          <p:nvPr/>
        </p:nvSpPr>
        <p:spPr>
          <a:xfrm>
            <a:off x="6502400" y="4318000"/>
            <a:ext cx="482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today’s Slack messages”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21 results from all four services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MCP connection, issue export, download-github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(extra service): MCP connection, channel export, download-slack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added to .mcp.json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Dashboard: GitHub and Slack integration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721</Words>
  <Application>Microsoft Office PowerPoint</Application>
  <PresentationFormat>Widescreen</PresentationFormat>
  <Paragraphs>133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Lior Bongart</cp:lastModifiedBy>
  <cp:revision>3</cp:revision>
  <dcterms:created xsi:type="dcterms:W3CDTF">2026-10-15T02:43:32Z</dcterms:created>
  <dcterms:modified xsi:type="dcterms:W3CDTF">2026-10-15T22:53:10Z</dcterms:modified>
</cp:coreProperties>
</file>